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Career in Game Development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journey into creativity, technology, and storytelling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Game Development = Creativity + Technology + Storytelling</a:t>
            </a:r>
          </a:p>
          <a:p>
            <a:pPr/>
            <a:r>
              <a:t>Industry worth $300+ billion globally</a:t>
            </a:r>
          </a:p>
          <a:p>
            <a:pPr/>
            <a:r>
              <a:t>Growing demand for developers, designers, and artists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Who is a Game Developer?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Creates, designs, and builds games for PC, Console, Mobile, VR/AR</a:t>
            </a:r>
          </a:p>
          <a:p>
            <a:pPr/>
            <a:r>
              <a:t>Works with programming, art, AI, physics, and storytelling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Career Roles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Game Programmer – coding (C++, C#, Python, Unity, Unreal)</a:t>
            </a:r>
          </a:p>
          <a:p>
            <a:pPr/>
            <a:r>
              <a:t>Game Designer – gameplay mechanics, levels, rules</a:t>
            </a:r>
          </a:p>
          <a:p>
            <a:pPr/>
            <a:r>
              <a:t>Game Artist / Animator – characters, environments, 3D models</a:t>
            </a:r>
          </a:p>
          <a:p>
            <a:pPr/>
            <a:r>
              <a:t>Sound Designer – music, effects, voiceovers</a:t>
            </a:r>
          </a:p>
          <a:p>
            <a:pPr/>
            <a:r>
              <a:t>QA Tester – tests for bugs and performance</a:t>
            </a:r>
          </a:p>
          <a:p>
            <a:pPr/>
            <a:r>
              <a:t>Producer / Project Manager – manages timelines &amp; teams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Skills Required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Programming (C++, C#, Python, JavaScript)</a:t>
            </a:r>
          </a:p>
          <a:p>
            <a:pPr/>
            <a:r>
              <a:t>Engines (Unity, Unreal, Godot, Pygame)</a:t>
            </a:r>
          </a:p>
          <a:p>
            <a:pPr/>
            <a:r>
              <a:t>Graphics &amp; Animation (Blender, Maya, Photoshop)</a:t>
            </a:r>
          </a:p>
          <a:p>
            <a:pPr/>
            <a:r>
              <a:t>AI &amp; Physics (Pathfinding, simulations)</a:t>
            </a:r>
          </a:p>
          <a:p>
            <a:pPr/>
            <a:r>
              <a:t>Storytelling &amp; Creativity</a:t>
            </a:r>
          </a:p>
          <a:p>
            <a:pPr/>
            <a:r>
              <a:t>Collaboration &amp; Communication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Educational Path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Bachelor’s in CS, Software Engineering, Animation, or Game Design</a:t>
            </a:r>
          </a:p>
          <a:p>
            <a:pPr/>
            <a:r>
              <a:t>Online courses (Udemy, Coursera, Unity Learn)</a:t>
            </a:r>
          </a:p>
          <a:p>
            <a:pPr/>
            <a:r>
              <a:t>Game Jams &amp; Hackathons</a:t>
            </a:r>
          </a:p>
          <a:p>
            <a:pPr/>
            <a:r>
              <a:t>Build portfolio with small games/projects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Career Opportunities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Game Studios (Ubisoft, EA, Rockstar, Epic Games)</a:t>
            </a:r>
          </a:p>
          <a:p>
            <a:pPr/>
            <a:r>
              <a:t>Mobile Game Companies (Supercell, Zynga)</a:t>
            </a:r>
          </a:p>
          <a:p>
            <a:pPr/>
            <a:r>
              <a:t>Indie Game Developer – Steam, Play Store</a:t>
            </a:r>
          </a:p>
          <a:p>
            <a:pPr/>
            <a:r>
              <a:t>AR/VR &amp; Metaverse startups</a:t>
            </a:r>
          </a:p>
          <a:p>
            <a:pPr/>
            <a:r>
              <a:t>Esports &amp; Gamification companies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Salary &amp; Growth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Entry-level: $40,000 – $60,000 per year</a:t>
            </a:r>
          </a:p>
          <a:p>
            <a:pPr/>
            <a:r>
              <a:t>Experienced: $100,000+</a:t>
            </a:r>
          </a:p>
          <a:p>
            <a:pPr/>
            <a:r>
              <a:t>Nepal/Asia: opportunities in outsourcing, indie games, startups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of Game Development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AI-driven game design</a:t>
            </a:r>
          </a:p>
          <a:p>
            <a:pPr/>
            <a:r>
              <a:t>VR/AR immersive gaming</a:t>
            </a:r>
          </a:p>
          <a:p>
            <a:pPr/>
            <a:r>
              <a:t>Metaverse worlds</a:t>
            </a:r>
          </a:p>
          <a:p>
            <a:pPr/>
            <a:r>
              <a:t>Cross-platform cloud gaming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Choose Game Development?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Creative + Technical field</a:t>
            </a:r>
          </a:p>
          <a:p>
            <a:pPr/>
            <a:r>
              <a:t>High global demand</a:t>
            </a:r>
          </a:p>
          <a:p>
            <a:pPr/>
            <a:r>
              <a:t>Exciting projects</a:t>
            </a:r>
          </a:p>
          <a:p>
            <a:pPr/>
            <a:r>
              <a:t>Turn passion for games into a career</a:t>
            </a:r>
          </a:p>
          <a:p>
            <a:pPr/>
            <a:r>
              <a:t>Start your own indie studio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Closing Note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Game development = building worlds</a:t>
            </a:r>
          </a:p>
          <a:p>
            <a:pPr/>
            <a:r>
              <a:t>Start small, keep learning, grow portfolio</a:t>
            </a:r>
          </a:p>
          <a:p>
            <a:pPr/>
            <a:r>
              <a:t>Your next idea could be the next global hit!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